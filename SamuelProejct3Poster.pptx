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309" r:id="rId5"/>
  </p:sldIdLst>
  <p:sldSz cx="219456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8E6"/>
    <a:srgbClr val="8C1C13"/>
    <a:srgbClr val="F58A07"/>
    <a:srgbClr val="084887"/>
    <a:srgbClr val="F40076"/>
    <a:srgbClr val="000000"/>
    <a:srgbClr val="FFF275"/>
    <a:srgbClr val="12664F"/>
    <a:srgbClr val="6CCFF6"/>
    <a:srgbClr val="98C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D681B9-A745-4EB0-92BB-F3002F091844}" v="26" dt="2025-03-24T07:21:29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44" d="100"/>
          <a:sy n="44" d="100"/>
        </p:scale>
        <p:origin x="11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Cobb27" userId="0b141096-727e-4934-9901-03bcad87ad5b" providerId="ADAL" clId="{C4D681B9-A745-4EB0-92BB-F3002F091844}"/>
    <pc:docChg chg="undo custSel delSld modSld delMainMaster">
      <pc:chgData name="Samuel Cobb27" userId="0b141096-727e-4934-9901-03bcad87ad5b" providerId="ADAL" clId="{C4D681B9-A745-4EB0-92BB-F3002F091844}" dt="2025-03-24T08:03:45.976" v="1235" actId="2696"/>
      <pc:docMkLst>
        <pc:docMk/>
      </pc:docMkLst>
      <pc:sldChg chg="del">
        <pc:chgData name="Samuel Cobb27" userId="0b141096-727e-4934-9901-03bcad87ad5b" providerId="ADAL" clId="{C4D681B9-A745-4EB0-92BB-F3002F091844}" dt="2025-03-24T08:03:45.976" v="1235" actId="2696"/>
        <pc:sldMkLst>
          <pc:docMk/>
          <pc:sldMk cId="1638454131" sldId="256"/>
        </pc:sldMkLst>
      </pc:sldChg>
      <pc:sldChg chg="addSp delSp modSp mod">
        <pc:chgData name="Samuel Cobb27" userId="0b141096-727e-4934-9901-03bcad87ad5b" providerId="ADAL" clId="{C4D681B9-A745-4EB0-92BB-F3002F091844}" dt="2025-03-24T07:29:15.626" v="1234" actId="1036"/>
        <pc:sldMkLst>
          <pc:docMk/>
          <pc:sldMk cId="2995084858" sldId="309"/>
        </pc:sldMkLst>
        <pc:spChg chg="add del mod">
          <ac:chgData name="Samuel Cobb27" userId="0b141096-727e-4934-9901-03bcad87ad5b" providerId="ADAL" clId="{C4D681B9-A745-4EB0-92BB-F3002F091844}" dt="2025-03-24T06:59:44.239" v="273" actId="1076"/>
          <ac:spMkLst>
            <pc:docMk/>
            <pc:sldMk cId="2995084858" sldId="309"/>
            <ac:spMk id="4" creationId="{ACE03C34-F3CB-4D7E-BED6-4912BED00063}"/>
          </ac:spMkLst>
        </pc:spChg>
        <pc:spChg chg="mod">
          <ac:chgData name="Samuel Cobb27" userId="0b141096-727e-4934-9901-03bcad87ad5b" providerId="ADAL" clId="{C4D681B9-A745-4EB0-92BB-F3002F091844}" dt="2025-03-24T06:56:21.328" v="74" actId="1076"/>
          <ac:spMkLst>
            <pc:docMk/>
            <pc:sldMk cId="2995084858" sldId="309"/>
            <ac:spMk id="12" creationId="{C2AB02B3-FF6D-4ED8-9042-A3C19D418301}"/>
          </ac:spMkLst>
        </pc:spChg>
        <pc:spChg chg="mod">
          <ac:chgData name="Samuel Cobb27" userId="0b141096-727e-4934-9901-03bcad87ad5b" providerId="ADAL" clId="{C4D681B9-A745-4EB0-92BB-F3002F091844}" dt="2025-03-24T07:18:55.696" v="1047" actId="14100"/>
          <ac:spMkLst>
            <pc:docMk/>
            <pc:sldMk cId="2995084858" sldId="309"/>
            <ac:spMk id="13" creationId="{8B43C867-B3D6-4C39-8B9F-FCDACBB0336D}"/>
          </ac:spMkLst>
        </pc:spChg>
        <pc:spChg chg="mod">
          <ac:chgData name="Samuel Cobb27" userId="0b141096-727e-4934-9901-03bcad87ad5b" providerId="ADAL" clId="{C4D681B9-A745-4EB0-92BB-F3002F091844}" dt="2025-03-24T07:26:34.642" v="1140" actId="14100"/>
          <ac:spMkLst>
            <pc:docMk/>
            <pc:sldMk cId="2995084858" sldId="309"/>
            <ac:spMk id="14" creationId="{B11DCBAC-78BF-402D-9060-61A22D93863D}"/>
          </ac:spMkLst>
        </pc:spChg>
        <pc:spChg chg="mod">
          <ac:chgData name="Samuel Cobb27" userId="0b141096-727e-4934-9901-03bcad87ad5b" providerId="ADAL" clId="{C4D681B9-A745-4EB0-92BB-F3002F091844}" dt="2025-03-24T07:26:09.588" v="1113" actId="14100"/>
          <ac:spMkLst>
            <pc:docMk/>
            <pc:sldMk cId="2995084858" sldId="309"/>
            <ac:spMk id="19" creationId="{687E1A1E-2D7E-4B05-BE73-DD92B6042928}"/>
          </ac:spMkLst>
        </pc:spChg>
        <pc:spChg chg="del">
          <ac:chgData name="Samuel Cobb27" userId="0b141096-727e-4934-9901-03bcad87ad5b" providerId="ADAL" clId="{C4D681B9-A745-4EB0-92BB-F3002F091844}" dt="2025-03-24T06:59:49.125" v="275" actId="478"/>
          <ac:spMkLst>
            <pc:docMk/>
            <pc:sldMk cId="2995084858" sldId="309"/>
            <ac:spMk id="23" creationId="{1F49F787-8F42-B057-E646-02370B326EA0}"/>
          </ac:spMkLst>
        </pc:spChg>
        <pc:spChg chg="del">
          <ac:chgData name="Samuel Cobb27" userId="0b141096-727e-4934-9901-03bcad87ad5b" providerId="ADAL" clId="{C4D681B9-A745-4EB0-92BB-F3002F091844}" dt="2025-03-24T06:59:47.406" v="274" actId="478"/>
          <ac:spMkLst>
            <pc:docMk/>
            <pc:sldMk cId="2995084858" sldId="309"/>
            <ac:spMk id="24" creationId="{CA349941-201A-53D3-F3C4-22C1B71EFA7E}"/>
          </ac:spMkLst>
        </pc:spChg>
        <pc:spChg chg="mod">
          <ac:chgData name="Samuel Cobb27" userId="0b141096-727e-4934-9901-03bcad87ad5b" providerId="ADAL" clId="{C4D681B9-A745-4EB0-92BB-F3002F091844}" dt="2025-03-24T07:12:12.433" v="928" actId="1076"/>
          <ac:spMkLst>
            <pc:docMk/>
            <pc:sldMk cId="2995084858" sldId="309"/>
            <ac:spMk id="27" creationId="{FE76E88D-576A-402A-B2C7-5209071C12AC}"/>
          </ac:spMkLst>
        </pc:spChg>
        <pc:spChg chg="del">
          <ac:chgData name="Samuel Cobb27" userId="0b141096-727e-4934-9901-03bcad87ad5b" providerId="ADAL" clId="{C4D681B9-A745-4EB0-92BB-F3002F091844}" dt="2025-03-24T06:54:08.185" v="38" actId="478"/>
          <ac:spMkLst>
            <pc:docMk/>
            <pc:sldMk cId="2995084858" sldId="309"/>
            <ac:spMk id="29" creationId="{33221A19-557B-89CC-74CB-19218D9C4429}"/>
          </ac:spMkLst>
        </pc:spChg>
        <pc:spChg chg="del">
          <ac:chgData name="Samuel Cobb27" userId="0b141096-727e-4934-9901-03bcad87ad5b" providerId="ADAL" clId="{C4D681B9-A745-4EB0-92BB-F3002F091844}" dt="2025-03-24T06:54:02.035" v="37" actId="478"/>
          <ac:spMkLst>
            <pc:docMk/>
            <pc:sldMk cId="2995084858" sldId="309"/>
            <ac:spMk id="30" creationId="{D60C8B2B-621D-341C-5716-F65CE606330C}"/>
          </ac:spMkLst>
        </pc:spChg>
        <pc:spChg chg="del">
          <ac:chgData name="Samuel Cobb27" userId="0b141096-727e-4934-9901-03bcad87ad5b" providerId="ADAL" clId="{C4D681B9-A745-4EB0-92BB-F3002F091844}" dt="2025-03-24T06:54:11.891" v="39" actId="478"/>
          <ac:spMkLst>
            <pc:docMk/>
            <pc:sldMk cId="2995084858" sldId="309"/>
            <ac:spMk id="31" creationId="{B62C15F6-2D6D-FD01-120B-4D2A098D9FD2}"/>
          </ac:spMkLst>
        </pc:spChg>
        <pc:spChg chg="mod">
          <ac:chgData name="Samuel Cobb27" userId="0b141096-727e-4934-9901-03bcad87ad5b" providerId="ADAL" clId="{C4D681B9-A745-4EB0-92BB-F3002F091844}" dt="2025-03-24T07:18:48.623" v="1045" actId="1076"/>
          <ac:spMkLst>
            <pc:docMk/>
            <pc:sldMk cId="2995084858" sldId="309"/>
            <ac:spMk id="35" creationId="{44D190E1-C93F-4200-9000-A25622CEB933}"/>
          </ac:spMkLst>
        </pc:spChg>
        <pc:spChg chg="del">
          <ac:chgData name="Samuel Cobb27" userId="0b141096-727e-4934-9901-03bcad87ad5b" providerId="ADAL" clId="{C4D681B9-A745-4EB0-92BB-F3002F091844}" dt="2025-03-24T06:54:14.863" v="40" actId="478"/>
          <ac:spMkLst>
            <pc:docMk/>
            <pc:sldMk cId="2995084858" sldId="309"/>
            <ac:spMk id="42" creationId="{6E3C37F7-382B-0904-4829-E6FB6CE0C41C}"/>
          </ac:spMkLst>
        </pc:spChg>
        <pc:spChg chg="add mod">
          <ac:chgData name="Samuel Cobb27" userId="0b141096-727e-4934-9901-03bcad87ad5b" providerId="ADAL" clId="{C4D681B9-A745-4EB0-92BB-F3002F091844}" dt="2025-03-24T06:55:32.247" v="57" actId="1076"/>
          <ac:spMkLst>
            <pc:docMk/>
            <pc:sldMk cId="2995084858" sldId="309"/>
            <ac:spMk id="52" creationId="{C0DB5EA7-4E9E-49F2-3F72-74B030071493}"/>
          </ac:spMkLst>
        </pc:spChg>
        <pc:spChg chg="add mod">
          <ac:chgData name="Samuel Cobb27" userId="0b141096-727e-4934-9901-03bcad87ad5b" providerId="ADAL" clId="{C4D681B9-A745-4EB0-92BB-F3002F091844}" dt="2025-03-24T06:55:39.681" v="62" actId="1036"/>
          <ac:spMkLst>
            <pc:docMk/>
            <pc:sldMk cId="2995084858" sldId="309"/>
            <ac:spMk id="53" creationId="{FD00D670-67A1-3E8E-8490-85E5E1D5AAB2}"/>
          </ac:spMkLst>
        </pc:spChg>
        <pc:spChg chg="add mod">
          <ac:chgData name="Samuel Cobb27" userId="0b141096-727e-4934-9901-03bcad87ad5b" providerId="ADAL" clId="{C4D681B9-A745-4EB0-92BB-F3002F091844}" dt="2025-03-24T06:57:11.053" v="172" actId="1035"/>
          <ac:spMkLst>
            <pc:docMk/>
            <pc:sldMk cId="2995084858" sldId="309"/>
            <ac:spMk id="59" creationId="{61850896-B4A9-D271-B13E-528928950739}"/>
          </ac:spMkLst>
        </pc:spChg>
        <pc:spChg chg="add mod">
          <ac:chgData name="Samuel Cobb27" userId="0b141096-727e-4934-9901-03bcad87ad5b" providerId="ADAL" clId="{C4D681B9-A745-4EB0-92BB-F3002F091844}" dt="2025-03-24T06:57:11.053" v="172" actId="1035"/>
          <ac:spMkLst>
            <pc:docMk/>
            <pc:sldMk cId="2995084858" sldId="309"/>
            <ac:spMk id="60" creationId="{D309CE50-5CCA-010D-CB1F-C0DC24156F48}"/>
          </ac:spMkLst>
        </pc:spChg>
        <pc:spChg chg="add mod">
          <ac:chgData name="Samuel Cobb27" userId="0b141096-727e-4934-9901-03bcad87ad5b" providerId="ADAL" clId="{C4D681B9-A745-4EB0-92BB-F3002F091844}" dt="2025-03-24T07:26:19.698" v="1139" actId="1036"/>
          <ac:spMkLst>
            <pc:docMk/>
            <pc:sldMk cId="2995084858" sldId="309"/>
            <ac:spMk id="62" creationId="{47C9B4BD-36EF-3AB7-0467-2456564C7844}"/>
          </ac:spMkLst>
        </pc:spChg>
        <pc:spChg chg="add mod">
          <ac:chgData name="Samuel Cobb27" userId="0b141096-727e-4934-9901-03bcad87ad5b" providerId="ADAL" clId="{C4D681B9-A745-4EB0-92BB-F3002F091844}" dt="2025-03-24T06:58:57.847" v="265" actId="20577"/>
          <ac:spMkLst>
            <pc:docMk/>
            <pc:sldMk cId="2995084858" sldId="309"/>
            <ac:spMk id="74" creationId="{95FAD23A-4FAB-35C6-F44B-1B2E84845669}"/>
          </ac:spMkLst>
        </pc:spChg>
        <pc:spChg chg="add mod">
          <ac:chgData name="Samuel Cobb27" userId="0b141096-727e-4934-9901-03bcad87ad5b" providerId="ADAL" clId="{C4D681B9-A745-4EB0-92BB-F3002F091844}" dt="2025-03-24T06:59:04.044" v="267" actId="1076"/>
          <ac:spMkLst>
            <pc:docMk/>
            <pc:sldMk cId="2995084858" sldId="309"/>
            <ac:spMk id="75" creationId="{9BA6E448-083F-1BC7-0BE8-CAF034EF0CB1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78" creationId="{1077D65F-E6A5-71DD-35C8-77F6D2FBD0C2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79" creationId="{C7B3368E-3FC0-6384-9B59-C6B631E550E2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1" creationId="{00C51FC5-3615-0491-70B6-6F45F46FED78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2" creationId="{58302F9F-5EF6-5EE8-7689-0CAAA6D6898D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5" creationId="{38D13741-CB2E-A59B-07BE-5C44249CCE68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6" creationId="{84E8BE73-3BC3-F78E-1F19-0C33CD41B4E4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7" creationId="{03494916-B1F7-566B-D1F2-D47482332A91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8" creationId="{F364211E-30EC-25C2-D161-B1DD421A63EE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99" creationId="{B57F93F0-C688-61CF-C050-1924D0DFC939}"/>
          </ac:spMkLst>
        </pc:spChg>
        <pc:spChg chg="add mod ord">
          <ac:chgData name="Samuel Cobb27" userId="0b141096-727e-4934-9901-03bcad87ad5b" providerId="ADAL" clId="{C4D681B9-A745-4EB0-92BB-F3002F091844}" dt="2025-03-24T07:17:19.331" v="1014" actId="14100"/>
          <ac:spMkLst>
            <pc:docMk/>
            <pc:sldMk cId="2995084858" sldId="309"/>
            <ac:spMk id="100" creationId="{30E3B318-3A96-3DCD-5428-BE08D34C35B4}"/>
          </ac:spMkLst>
        </pc:spChg>
        <pc:spChg chg="add mod ord">
          <ac:chgData name="Samuel Cobb27" userId="0b141096-727e-4934-9901-03bcad87ad5b" providerId="ADAL" clId="{C4D681B9-A745-4EB0-92BB-F3002F091844}" dt="2025-03-24T07:18:44.848" v="1044" actId="14100"/>
          <ac:spMkLst>
            <pc:docMk/>
            <pc:sldMk cId="2995084858" sldId="309"/>
            <ac:spMk id="101" creationId="{92A9792B-AEE6-7FE1-EE79-8A671EF32A5D}"/>
          </ac:spMkLst>
        </pc:spChg>
        <pc:spChg chg="add mod">
          <ac:chgData name="Samuel Cobb27" userId="0b141096-727e-4934-9901-03bcad87ad5b" providerId="ADAL" clId="{C4D681B9-A745-4EB0-92BB-F3002F091844}" dt="2025-03-24T07:28:57.335" v="1228" actId="1035"/>
          <ac:spMkLst>
            <pc:docMk/>
            <pc:sldMk cId="2995084858" sldId="309"/>
            <ac:spMk id="102" creationId="{371D0E93-092B-2214-E0A5-345F6F8A4BB0}"/>
          </ac:spMkLst>
        </pc:spChg>
        <pc:spChg chg="add mod">
          <ac:chgData name="Samuel Cobb27" userId="0b141096-727e-4934-9901-03bcad87ad5b" providerId="ADAL" clId="{C4D681B9-A745-4EB0-92BB-F3002F091844}" dt="2025-03-24T07:29:15.626" v="1234" actId="1036"/>
          <ac:spMkLst>
            <pc:docMk/>
            <pc:sldMk cId="2995084858" sldId="309"/>
            <ac:spMk id="103" creationId="{D12BA520-D0D9-042E-402A-39E230888B7B}"/>
          </ac:spMkLst>
        </pc:spChg>
        <pc:picChg chg="mod">
          <ac:chgData name="Samuel Cobb27" userId="0b141096-727e-4934-9901-03bcad87ad5b" providerId="ADAL" clId="{C4D681B9-A745-4EB0-92BB-F3002F091844}" dt="2025-03-24T07:06:17.188" v="854" actId="1036"/>
          <ac:picMkLst>
            <pc:docMk/>
            <pc:sldMk cId="2995084858" sldId="309"/>
            <ac:picMk id="3" creationId="{D242AD38-13F3-3C9E-B7A1-11ACE06CEF03}"/>
          </ac:picMkLst>
        </pc:picChg>
        <pc:picChg chg="del">
          <ac:chgData name="Samuel Cobb27" userId="0b141096-727e-4934-9901-03bcad87ad5b" providerId="ADAL" clId="{C4D681B9-A745-4EB0-92BB-F3002F091844}" dt="2025-03-24T06:59:41.402" v="269" actId="478"/>
          <ac:picMkLst>
            <pc:docMk/>
            <pc:sldMk cId="2995084858" sldId="309"/>
            <ac:picMk id="22" creationId="{B8E69909-B5D2-4630-FEFD-F5A4D7ACA519}"/>
          </ac:picMkLst>
        </pc:picChg>
        <pc:picChg chg="del">
          <ac:chgData name="Samuel Cobb27" userId="0b141096-727e-4934-9901-03bcad87ad5b" providerId="ADAL" clId="{C4D681B9-A745-4EB0-92BB-F3002F091844}" dt="2025-03-24T06:53:51.985" v="36" actId="478"/>
          <ac:picMkLst>
            <pc:docMk/>
            <pc:sldMk cId="2995084858" sldId="309"/>
            <ac:picMk id="28" creationId="{829F2DED-2782-AA3F-1FF4-DA11840395C5}"/>
          </ac:picMkLst>
        </pc:picChg>
        <pc:picChg chg="mod">
          <ac:chgData name="Samuel Cobb27" userId="0b141096-727e-4934-9901-03bcad87ad5b" providerId="ADAL" clId="{C4D681B9-A745-4EB0-92BB-F3002F091844}" dt="2025-03-24T07:19:04.412" v="1050" actId="1076"/>
          <ac:picMkLst>
            <pc:docMk/>
            <pc:sldMk cId="2995084858" sldId="309"/>
            <ac:picMk id="39" creationId="{2FEFF052-1589-B23F-1A17-C6A3646AE865}"/>
          </ac:picMkLst>
        </pc:picChg>
        <pc:picChg chg="mod modCrop">
          <ac:chgData name="Samuel Cobb27" userId="0b141096-727e-4934-9901-03bcad87ad5b" providerId="ADAL" clId="{C4D681B9-A745-4EB0-92BB-F3002F091844}" dt="2025-03-24T07:28:12.382" v="1213" actId="1036"/>
          <ac:picMkLst>
            <pc:docMk/>
            <pc:sldMk cId="2995084858" sldId="309"/>
            <ac:picMk id="41" creationId="{713B1A6E-ECB8-0847-21EB-E772C9087BA2}"/>
          </ac:picMkLst>
        </pc:picChg>
        <pc:picChg chg="add mod">
          <ac:chgData name="Samuel Cobb27" userId="0b141096-727e-4934-9901-03bcad87ad5b" providerId="ADAL" clId="{C4D681B9-A745-4EB0-92BB-F3002F091844}" dt="2025-03-24T06:55:09.905" v="50" actId="1076"/>
          <ac:picMkLst>
            <pc:docMk/>
            <pc:sldMk cId="2995084858" sldId="309"/>
            <ac:picMk id="44" creationId="{9BE3278B-61E5-14EA-96C2-17A941AB84E6}"/>
          </ac:picMkLst>
        </pc:picChg>
        <pc:picChg chg="add mod">
          <ac:chgData name="Samuel Cobb27" userId="0b141096-727e-4934-9901-03bcad87ad5b" providerId="ADAL" clId="{C4D681B9-A745-4EB0-92BB-F3002F091844}" dt="2025-03-24T06:57:11.053" v="172" actId="1035"/>
          <ac:picMkLst>
            <pc:docMk/>
            <pc:sldMk cId="2995084858" sldId="309"/>
            <ac:picMk id="54" creationId="{59521C8A-90C4-DF33-338A-A877D3E69880}"/>
          </ac:picMkLst>
        </pc:picChg>
        <pc:picChg chg="add mod">
          <ac:chgData name="Samuel Cobb27" userId="0b141096-727e-4934-9901-03bcad87ad5b" providerId="ADAL" clId="{C4D681B9-A745-4EB0-92BB-F3002F091844}" dt="2025-03-24T06:58:32.053" v="257" actId="1076"/>
          <ac:picMkLst>
            <pc:docMk/>
            <pc:sldMk cId="2995084858" sldId="309"/>
            <ac:picMk id="61" creationId="{039FCC7C-B387-C4F5-E15B-BF04256B1849}"/>
          </ac:picMkLst>
        </pc:picChg>
        <pc:cxnChg chg="add mod">
          <ac:chgData name="Samuel Cobb27" userId="0b141096-727e-4934-9901-03bcad87ad5b" providerId="ADAL" clId="{C4D681B9-A745-4EB0-92BB-F3002F091844}" dt="2025-03-24T06:54:54.244" v="45" actId="1582"/>
          <ac:cxnSpMkLst>
            <pc:docMk/>
            <pc:sldMk cId="2995084858" sldId="309"/>
            <ac:cxnSpMk id="48" creationId="{428119F9-E9A6-784E-27F4-E6E804C342E8}"/>
          </ac:cxnSpMkLst>
        </pc:cxnChg>
        <pc:cxnChg chg="add mod">
          <ac:chgData name="Samuel Cobb27" userId="0b141096-727e-4934-9901-03bcad87ad5b" providerId="ADAL" clId="{C4D681B9-A745-4EB0-92BB-F3002F091844}" dt="2025-03-24T06:55:03.460" v="49" actId="14100"/>
          <ac:cxnSpMkLst>
            <pc:docMk/>
            <pc:sldMk cId="2995084858" sldId="309"/>
            <ac:cxnSpMk id="49" creationId="{71D88846-6D1A-3AC0-D3CC-D343C84C8E7F}"/>
          </ac:cxnSpMkLst>
        </pc:cxnChg>
        <pc:cxnChg chg="add mod">
          <ac:chgData name="Samuel Cobb27" userId="0b141096-727e-4934-9901-03bcad87ad5b" providerId="ADAL" clId="{C4D681B9-A745-4EB0-92BB-F3002F091844}" dt="2025-03-24T06:57:11.053" v="172" actId="1035"/>
          <ac:cxnSpMkLst>
            <pc:docMk/>
            <pc:sldMk cId="2995084858" sldId="309"/>
            <ac:cxnSpMk id="55" creationId="{9B63B3EF-BCE9-9993-DE4F-DF9C9F5C8A6B}"/>
          </ac:cxnSpMkLst>
        </pc:cxnChg>
        <pc:cxnChg chg="add mod">
          <ac:chgData name="Samuel Cobb27" userId="0b141096-727e-4934-9901-03bcad87ad5b" providerId="ADAL" clId="{C4D681B9-A745-4EB0-92BB-F3002F091844}" dt="2025-03-24T06:57:11.053" v="172" actId="1035"/>
          <ac:cxnSpMkLst>
            <pc:docMk/>
            <pc:sldMk cId="2995084858" sldId="309"/>
            <ac:cxnSpMk id="57" creationId="{BE399B2E-61F8-252B-1C31-B9F68600F569}"/>
          </ac:cxnSpMkLst>
        </pc:cxnChg>
        <pc:cxnChg chg="add mod">
          <ac:chgData name="Samuel Cobb27" userId="0b141096-727e-4934-9901-03bcad87ad5b" providerId="ADAL" clId="{C4D681B9-A745-4EB0-92BB-F3002F091844}" dt="2025-03-24T06:58:35.338" v="258" actId="14100"/>
          <ac:cxnSpMkLst>
            <pc:docMk/>
            <pc:sldMk cId="2995084858" sldId="309"/>
            <ac:cxnSpMk id="63" creationId="{1D1A5C62-0A68-40A7-2678-599973F875C6}"/>
          </ac:cxnSpMkLst>
        </pc:cxnChg>
        <pc:cxnChg chg="add mod">
          <ac:chgData name="Samuel Cobb27" userId="0b141096-727e-4934-9901-03bcad87ad5b" providerId="ADAL" clId="{C4D681B9-A745-4EB0-92BB-F3002F091844}" dt="2025-03-24T06:58:47.143" v="262" actId="14100"/>
          <ac:cxnSpMkLst>
            <pc:docMk/>
            <pc:sldMk cId="2995084858" sldId="309"/>
            <ac:cxnSpMk id="69" creationId="{5A0957AA-C7E5-8BB4-8A6B-30A2EAA3D432}"/>
          </ac:cxnSpMkLst>
        </pc:cxnChg>
        <pc:cxnChg chg="mod">
          <ac:chgData name="Samuel Cobb27" userId="0b141096-727e-4934-9901-03bcad87ad5b" providerId="ADAL" clId="{C4D681B9-A745-4EB0-92BB-F3002F091844}" dt="2025-03-24T07:00:33.323" v="285" actId="14100"/>
          <ac:cxnSpMkLst>
            <pc:docMk/>
            <pc:sldMk cId="2995084858" sldId="309"/>
            <ac:cxnSpMk id="76" creationId="{15773B93-1500-7AD7-1DB1-C54426CA1648}"/>
          </ac:cxnSpMkLst>
        </pc:cxnChg>
        <pc:cxnChg chg="mod">
          <ac:chgData name="Samuel Cobb27" userId="0b141096-727e-4934-9901-03bcad87ad5b" providerId="ADAL" clId="{C4D681B9-A745-4EB0-92BB-F3002F091844}" dt="2025-03-24T07:00:42.991" v="308" actId="1038"/>
          <ac:cxnSpMkLst>
            <pc:docMk/>
            <pc:sldMk cId="2995084858" sldId="309"/>
            <ac:cxnSpMk id="77" creationId="{E585DF58-6B2A-6F38-5524-40C1513113FE}"/>
          </ac:cxnSpMkLst>
        </pc:cxnChg>
        <pc:cxnChg chg="add mod">
          <ac:chgData name="Samuel Cobb27" userId="0b141096-727e-4934-9901-03bcad87ad5b" providerId="ADAL" clId="{C4D681B9-A745-4EB0-92BB-F3002F091844}" dt="2025-03-24T07:06:25.422" v="866" actId="1035"/>
          <ac:cxnSpMkLst>
            <pc:docMk/>
            <pc:sldMk cId="2995084858" sldId="309"/>
            <ac:cxnSpMk id="80" creationId="{3E16FE9B-D877-49EB-AFB7-56AFF5D75A51}"/>
          </ac:cxnSpMkLst>
        </pc:cxnChg>
        <pc:cxnChg chg="mod">
          <ac:chgData name="Samuel Cobb27" userId="0b141096-727e-4934-9901-03bcad87ad5b" providerId="ADAL" clId="{C4D681B9-A745-4EB0-92BB-F3002F091844}" dt="2025-03-24T07:02:18.147" v="588" actId="1037"/>
          <ac:cxnSpMkLst>
            <pc:docMk/>
            <pc:sldMk cId="2995084858" sldId="309"/>
            <ac:cxnSpMk id="83" creationId="{B4F1C580-AE87-3D35-9088-4F0010243762}"/>
          </ac:cxnSpMkLst>
        </pc:cxnChg>
        <pc:cxnChg chg="mod">
          <ac:chgData name="Samuel Cobb27" userId="0b141096-727e-4934-9901-03bcad87ad5b" providerId="ADAL" clId="{C4D681B9-A745-4EB0-92BB-F3002F091844}" dt="2025-03-24T07:02:53.296" v="605" actId="1037"/>
          <ac:cxnSpMkLst>
            <pc:docMk/>
            <pc:sldMk cId="2995084858" sldId="309"/>
            <ac:cxnSpMk id="84" creationId="{6964EAB0-95B1-03E5-F577-D76DEC07A100}"/>
          </ac:cxnSpMkLst>
        </pc:cxnChg>
        <pc:cxnChg chg="add mod">
          <ac:chgData name="Samuel Cobb27" userId="0b141096-727e-4934-9901-03bcad87ad5b" providerId="ADAL" clId="{C4D681B9-A745-4EB0-92BB-F3002F091844}" dt="2025-03-24T07:03:35.367" v="633" actId="1036"/>
          <ac:cxnSpMkLst>
            <pc:docMk/>
            <pc:sldMk cId="2995084858" sldId="309"/>
            <ac:cxnSpMk id="89" creationId="{567FFF17-C3F8-31B7-7BA9-6C7DF298432C}"/>
          </ac:cxnSpMkLst>
        </pc:cxnChg>
      </pc:sldChg>
      <pc:sldMasterChg chg="del delSldLayout">
        <pc:chgData name="Samuel Cobb27" userId="0b141096-727e-4934-9901-03bcad87ad5b" providerId="ADAL" clId="{C4D681B9-A745-4EB0-92BB-F3002F091844}" dt="2025-03-24T08:03:45.976" v="1235" actId="2696"/>
        <pc:sldMasterMkLst>
          <pc:docMk/>
          <pc:sldMasterMk cId="2254764600" sldId="2147483672"/>
        </pc:sldMasterMkLst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378180851" sldId="2147483673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1417672581" sldId="2147483674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2457289006" sldId="2147483675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607922819" sldId="2147483676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3348016870" sldId="2147483677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2870539756" sldId="2147483678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689736682" sldId="2147483679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1628494410" sldId="2147483680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4253070526" sldId="2147483681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1074389353" sldId="2147483682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3807952705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A5CD1-9077-4D71-9643-870B9BB1B53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DA54E-DF48-467A-ADC3-49D5E6220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9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1pPr>
    <a:lvl2pPr marL="921715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2pPr>
    <a:lvl3pPr marL="1843430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3pPr>
    <a:lvl4pPr marL="2765146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4pPr>
    <a:lvl5pPr marL="3686861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5pPr>
    <a:lvl6pPr marL="4608576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6pPr>
    <a:lvl7pPr marL="5530291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7pPr>
    <a:lvl8pPr marL="6452006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8pPr>
    <a:lvl9pPr marL="7373722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693671"/>
            <a:ext cx="18653760" cy="5730240"/>
          </a:xfrm>
        </p:spPr>
        <p:txBody>
          <a:bodyPr anchor="b"/>
          <a:lstStyle>
            <a:lvl1pPr algn="ctr">
              <a:defRPr sz="1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8644891"/>
            <a:ext cx="16459200" cy="3973829"/>
          </a:xfrm>
        </p:spPr>
        <p:txBody>
          <a:bodyPr/>
          <a:lstStyle>
            <a:lvl1pPr marL="0" indent="0" algn="ctr">
              <a:buNone/>
              <a:defRPr sz="5119"/>
            </a:lvl1pPr>
            <a:lvl2pPr marL="975262" indent="0" algn="ctr">
              <a:buNone/>
              <a:defRPr sz="4266"/>
            </a:lvl2pPr>
            <a:lvl3pPr marL="1950525" indent="0" algn="ctr">
              <a:buNone/>
              <a:defRPr sz="3840"/>
            </a:lvl3pPr>
            <a:lvl4pPr marL="2925787" indent="0" algn="ctr">
              <a:buNone/>
              <a:defRPr sz="3413"/>
            </a:lvl4pPr>
            <a:lvl5pPr marL="3901050" indent="0" algn="ctr">
              <a:buNone/>
              <a:defRPr sz="3413"/>
            </a:lvl5pPr>
            <a:lvl6pPr marL="4876312" indent="0" algn="ctr">
              <a:buNone/>
              <a:defRPr sz="3413"/>
            </a:lvl6pPr>
            <a:lvl7pPr marL="5851575" indent="0" algn="ctr">
              <a:buNone/>
              <a:defRPr sz="3413"/>
            </a:lvl7pPr>
            <a:lvl8pPr marL="6826837" indent="0" algn="ctr">
              <a:buNone/>
              <a:defRPr sz="3413"/>
            </a:lvl8pPr>
            <a:lvl9pPr marL="7802100" indent="0" algn="ctr">
              <a:buNone/>
              <a:defRPr sz="34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6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3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4103375"/>
            <a:ext cx="18928080" cy="6846569"/>
          </a:xfrm>
        </p:spPr>
        <p:txBody>
          <a:bodyPr anchor="b"/>
          <a:lstStyle>
            <a:lvl1pPr>
              <a:defRPr sz="1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11014715"/>
            <a:ext cx="18928080" cy="3600449"/>
          </a:xfrm>
        </p:spPr>
        <p:txBody>
          <a:bodyPr/>
          <a:lstStyle>
            <a:lvl1pPr marL="0" indent="0">
              <a:buNone/>
              <a:defRPr sz="5119">
                <a:solidFill>
                  <a:schemeClr val="tx1"/>
                </a:solidFill>
              </a:defRPr>
            </a:lvl1pPr>
            <a:lvl2pPr marL="975262" indent="0">
              <a:buNone/>
              <a:defRPr sz="4266">
                <a:solidFill>
                  <a:schemeClr val="tx1">
                    <a:tint val="75000"/>
                  </a:schemeClr>
                </a:solidFill>
              </a:defRPr>
            </a:lvl2pPr>
            <a:lvl3pPr marL="1950525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3pPr>
            <a:lvl4pPr marL="2925787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4pPr>
            <a:lvl5pPr marL="390105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5pPr>
            <a:lvl6pPr marL="4876312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6pPr>
            <a:lvl7pPr marL="5851575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7pPr>
            <a:lvl8pPr marL="6826837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8pPr>
            <a:lvl9pPr marL="780210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8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7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876304"/>
            <a:ext cx="1892808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4034791"/>
            <a:ext cx="9284016" cy="1977389"/>
          </a:xfrm>
        </p:spPr>
        <p:txBody>
          <a:bodyPr anchor="b"/>
          <a:lstStyle>
            <a:lvl1pPr marL="0" indent="0">
              <a:buNone/>
              <a:defRPr sz="5119" b="1"/>
            </a:lvl1pPr>
            <a:lvl2pPr marL="975262" indent="0">
              <a:buNone/>
              <a:defRPr sz="4266" b="1"/>
            </a:lvl2pPr>
            <a:lvl3pPr marL="1950525" indent="0">
              <a:buNone/>
              <a:defRPr sz="3840" b="1"/>
            </a:lvl3pPr>
            <a:lvl4pPr marL="2925787" indent="0">
              <a:buNone/>
              <a:defRPr sz="3413" b="1"/>
            </a:lvl4pPr>
            <a:lvl5pPr marL="3901050" indent="0">
              <a:buNone/>
              <a:defRPr sz="3413" b="1"/>
            </a:lvl5pPr>
            <a:lvl6pPr marL="4876312" indent="0">
              <a:buNone/>
              <a:defRPr sz="3413" b="1"/>
            </a:lvl6pPr>
            <a:lvl7pPr marL="5851575" indent="0">
              <a:buNone/>
              <a:defRPr sz="3413" b="1"/>
            </a:lvl7pPr>
            <a:lvl8pPr marL="6826837" indent="0">
              <a:buNone/>
              <a:defRPr sz="3413" b="1"/>
            </a:lvl8pPr>
            <a:lvl9pPr marL="7802100" indent="0">
              <a:buNone/>
              <a:defRPr sz="341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6012180"/>
            <a:ext cx="9284016" cy="88430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2" y="4034791"/>
            <a:ext cx="9329738" cy="1977389"/>
          </a:xfrm>
        </p:spPr>
        <p:txBody>
          <a:bodyPr anchor="b"/>
          <a:lstStyle>
            <a:lvl1pPr marL="0" indent="0">
              <a:buNone/>
              <a:defRPr sz="5119" b="1"/>
            </a:lvl1pPr>
            <a:lvl2pPr marL="975262" indent="0">
              <a:buNone/>
              <a:defRPr sz="4266" b="1"/>
            </a:lvl2pPr>
            <a:lvl3pPr marL="1950525" indent="0">
              <a:buNone/>
              <a:defRPr sz="3840" b="1"/>
            </a:lvl3pPr>
            <a:lvl4pPr marL="2925787" indent="0">
              <a:buNone/>
              <a:defRPr sz="3413" b="1"/>
            </a:lvl4pPr>
            <a:lvl5pPr marL="3901050" indent="0">
              <a:buNone/>
              <a:defRPr sz="3413" b="1"/>
            </a:lvl5pPr>
            <a:lvl6pPr marL="4876312" indent="0">
              <a:buNone/>
              <a:defRPr sz="3413" b="1"/>
            </a:lvl6pPr>
            <a:lvl7pPr marL="5851575" indent="0">
              <a:buNone/>
              <a:defRPr sz="3413" b="1"/>
            </a:lvl7pPr>
            <a:lvl8pPr marL="6826837" indent="0">
              <a:buNone/>
              <a:defRPr sz="3413" b="1"/>
            </a:lvl8pPr>
            <a:lvl9pPr marL="7802100" indent="0">
              <a:buNone/>
              <a:defRPr sz="341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2" y="6012180"/>
            <a:ext cx="9329738" cy="88430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18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8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1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68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2369824"/>
            <a:ext cx="11109960" cy="11696700"/>
          </a:xfrm>
        </p:spPr>
        <p:txBody>
          <a:bodyPr/>
          <a:lstStyle>
            <a:lvl1pPr>
              <a:defRPr sz="6826"/>
            </a:lvl1pPr>
            <a:lvl2pPr>
              <a:defRPr sz="5973"/>
            </a:lvl2pPr>
            <a:lvl3pPr>
              <a:defRPr sz="5119"/>
            </a:lvl3pPr>
            <a:lvl4pPr>
              <a:defRPr sz="4266"/>
            </a:lvl4pPr>
            <a:lvl5pPr>
              <a:defRPr sz="4266"/>
            </a:lvl5pPr>
            <a:lvl6pPr>
              <a:defRPr sz="4266"/>
            </a:lvl6pPr>
            <a:lvl7pPr>
              <a:defRPr sz="4266"/>
            </a:lvl7pPr>
            <a:lvl8pPr>
              <a:defRPr sz="4266"/>
            </a:lvl8pPr>
            <a:lvl9pPr>
              <a:defRPr sz="4266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413"/>
            </a:lvl1pPr>
            <a:lvl2pPr marL="975262" indent="0">
              <a:buNone/>
              <a:defRPr sz="2986"/>
            </a:lvl2pPr>
            <a:lvl3pPr marL="1950525" indent="0">
              <a:buNone/>
              <a:defRPr sz="2560"/>
            </a:lvl3pPr>
            <a:lvl4pPr marL="2925787" indent="0">
              <a:buNone/>
              <a:defRPr sz="2133"/>
            </a:lvl4pPr>
            <a:lvl5pPr marL="3901050" indent="0">
              <a:buNone/>
              <a:defRPr sz="2133"/>
            </a:lvl5pPr>
            <a:lvl6pPr marL="4876312" indent="0">
              <a:buNone/>
              <a:defRPr sz="2133"/>
            </a:lvl6pPr>
            <a:lvl7pPr marL="5851575" indent="0">
              <a:buNone/>
              <a:defRPr sz="2133"/>
            </a:lvl7pPr>
            <a:lvl8pPr marL="6826837" indent="0">
              <a:buNone/>
              <a:defRPr sz="2133"/>
            </a:lvl8pPr>
            <a:lvl9pPr marL="7802100" indent="0">
              <a:buNone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16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68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2369824"/>
            <a:ext cx="11109960" cy="11696700"/>
          </a:xfrm>
        </p:spPr>
        <p:txBody>
          <a:bodyPr anchor="t"/>
          <a:lstStyle>
            <a:lvl1pPr marL="0" indent="0">
              <a:buNone/>
              <a:defRPr sz="6826"/>
            </a:lvl1pPr>
            <a:lvl2pPr marL="975262" indent="0">
              <a:buNone/>
              <a:defRPr sz="5973"/>
            </a:lvl2pPr>
            <a:lvl3pPr marL="1950525" indent="0">
              <a:buNone/>
              <a:defRPr sz="5119"/>
            </a:lvl3pPr>
            <a:lvl4pPr marL="2925787" indent="0">
              <a:buNone/>
              <a:defRPr sz="4266"/>
            </a:lvl4pPr>
            <a:lvl5pPr marL="3901050" indent="0">
              <a:buNone/>
              <a:defRPr sz="4266"/>
            </a:lvl5pPr>
            <a:lvl6pPr marL="4876312" indent="0">
              <a:buNone/>
              <a:defRPr sz="4266"/>
            </a:lvl6pPr>
            <a:lvl7pPr marL="5851575" indent="0">
              <a:buNone/>
              <a:defRPr sz="4266"/>
            </a:lvl7pPr>
            <a:lvl8pPr marL="6826837" indent="0">
              <a:buNone/>
              <a:defRPr sz="4266"/>
            </a:lvl8pPr>
            <a:lvl9pPr marL="7802100" indent="0">
              <a:buNone/>
              <a:defRPr sz="42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413"/>
            </a:lvl1pPr>
            <a:lvl2pPr marL="975262" indent="0">
              <a:buNone/>
              <a:defRPr sz="2986"/>
            </a:lvl2pPr>
            <a:lvl3pPr marL="1950525" indent="0">
              <a:buNone/>
              <a:defRPr sz="2560"/>
            </a:lvl3pPr>
            <a:lvl4pPr marL="2925787" indent="0">
              <a:buNone/>
              <a:defRPr sz="2133"/>
            </a:lvl4pPr>
            <a:lvl5pPr marL="3901050" indent="0">
              <a:buNone/>
              <a:defRPr sz="2133"/>
            </a:lvl5pPr>
            <a:lvl6pPr marL="4876312" indent="0">
              <a:buNone/>
              <a:defRPr sz="2133"/>
            </a:lvl6pPr>
            <a:lvl7pPr marL="5851575" indent="0">
              <a:buNone/>
              <a:defRPr sz="2133"/>
            </a:lvl7pPr>
            <a:lvl8pPr marL="6826837" indent="0">
              <a:buNone/>
              <a:defRPr sz="2133"/>
            </a:lvl8pPr>
            <a:lvl9pPr marL="7802100" indent="0">
              <a:buNone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2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2" y="876300"/>
            <a:ext cx="4732020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2" y="876300"/>
            <a:ext cx="13921740" cy="1394841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5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876304"/>
            <a:ext cx="1892808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4381500"/>
            <a:ext cx="1892808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35061-2F74-46D4-9F8F-C77EF304855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15255244"/>
            <a:ext cx="740664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1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50525" rtl="0" eaLnBrk="1" latinLnBrk="0" hangingPunct="1">
        <a:lnSpc>
          <a:spcPct val="90000"/>
        </a:lnSpc>
        <a:spcBef>
          <a:spcPct val="0"/>
        </a:spcBef>
        <a:buNone/>
        <a:defRPr sz="9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31" indent="-487631" algn="l" defTabSz="195052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2894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19" kern="1200">
          <a:solidFill>
            <a:schemeClr val="tx1"/>
          </a:solidFill>
          <a:latin typeface="+mn-lt"/>
          <a:ea typeface="+mn-ea"/>
          <a:cs typeface="+mn-cs"/>
        </a:defRPr>
      </a:lvl2pPr>
      <a:lvl3pPr marL="2438156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3pPr>
      <a:lvl4pPr marL="3413419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8681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3944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206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4468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89731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262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525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5787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050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312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1575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6837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100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30E3B318-3A96-3DCD-5428-BE08D34C35B4}"/>
              </a:ext>
            </a:extLst>
          </p:cNvPr>
          <p:cNvSpPr/>
          <p:nvPr/>
        </p:nvSpPr>
        <p:spPr>
          <a:xfrm>
            <a:off x="9497358" y="8751334"/>
            <a:ext cx="11898863" cy="65675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r>
              <a:rPr lang="en-US" sz="800" dirty="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E03C34-F3CB-4D7E-BED6-4912BED00063}"/>
              </a:ext>
            </a:extLst>
          </p:cNvPr>
          <p:cNvSpPr/>
          <p:nvPr/>
        </p:nvSpPr>
        <p:spPr>
          <a:xfrm>
            <a:off x="-14514" y="-14514"/>
            <a:ext cx="8277726" cy="16473714"/>
          </a:xfrm>
          <a:prstGeom prst="rect">
            <a:avLst/>
          </a:prstGeom>
          <a:solidFill>
            <a:srgbClr val="084887"/>
          </a:solidFill>
          <a:ln>
            <a:solidFill>
              <a:srgbClr val="0848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endParaRPr lang="en-US" sz="800" baseline="-250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1600C-5D44-4BE7-8500-7C17A936BFE4}"/>
              </a:ext>
            </a:extLst>
          </p:cNvPr>
          <p:cNvSpPr txBox="1"/>
          <p:nvPr/>
        </p:nvSpPr>
        <p:spPr>
          <a:xfrm>
            <a:off x="577516" y="1070470"/>
            <a:ext cx="7422147" cy="4368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5555" dirty="0">
                <a:solidFill>
                  <a:prstClr val="whit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USA Real Estate Dataset </a:t>
            </a:r>
          </a:p>
          <a:p>
            <a:pPr defTabSz="203180"/>
            <a:r>
              <a:rPr lang="en-US" sz="5560" dirty="0">
                <a:solidFill>
                  <a:srgbClr val="F58A0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How Location Effects Prices:</a:t>
            </a:r>
          </a:p>
          <a:p>
            <a:pPr defTabSz="203180"/>
            <a:r>
              <a:rPr lang="en-US" sz="5560" dirty="0">
                <a:solidFill>
                  <a:srgbClr val="8C1C13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 Data Analysis</a:t>
            </a:r>
            <a:endParaRPr lang="en-US" sz="5560" dirty="0">
              <a:solidFill>
                <a:srgbClr val="8C1C13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AB02B3-FF6D-4ED8-9042-A3C19D418301}"/>
              </a:ext>
            </a:extLst>
          </p:cNvPr>
          <p:cNvSpPr/>
          <p:nvPr/>
        </p:nvSpPr>
        <p:spPr>
          <a:xfrm>
            <a:off x="9447473" y="1363792"/>
            <a:ext cx="11898863" cy="688728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r>
              <a:rPr lang="en-US" sz="800" dirty="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E1A1E-2D7E-4B05-BE73-DD92B6042928}"/>
              </a:ext>
            </a:extLst>
          </p:cNvPr>
          <p:cNvSpPr txBox="1"/>
          <p:nvPr/>
        </p:nvSpPr>
        <p:spPr>
          <a:xfrm>
            <a:off x="9695311" y="674371"/>
            <a:ext cx="4105475" cy="639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3555" dirty="0">
                <a:solidFill>
                  <a:prstClr val="black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Price Per Region</a:t>
            </a:r>
          </a:p>
        </p:txBody>
      </p:sp>
      <p:pic>
        <p:nvPicPr>
          <p:cNvPr id="25" name="Picture 2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A7C4984C-1736-D22B-0421-20C67CDB4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6" r="26782"/>
          <a:stretch/>
        </p:blipFill>
        <p:spPr>
          <a:xfrm>
            <a:off x="192477" y="5493637"/>
            <a:ext cx="5990045" cy="5558467"/>
          </a:xfrm>
          <a:prstGeom prst="rect">
            <a:avLst/>
          </a:prstGeom>
        </p:spPr>
      </p:pic>
      <p:pic>
        <p:nvPicPr>
          <p:cNvPr id="28" name="Picture 27" descr="A black and white image of a bar&#10;&#10;AI-generated content may be incorrect.">
            <a:extLst>
              <a:ext uri="{FF2B5EF4-FFF2-40B4-BE49-F238E27FC236}">
                <a16:creationId xmlns:a16="http://schemas.microsoft.com/office/drawing/2014/main" id="{767ADC26-124B-D309-7859-4C0B73849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190" y="5215129"/>
            <a:ext cx="1676741" cy="591790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B77CADC-47AC-BBB1-AEA5-C98491148B5F}"/>
              </a:ext>
            </a:extLst>
          </p:cNvPr>
          <p:cNvSpPr/>
          <p:nvPr/>
        </p:nvSpPr>
        <p:spPr>
          <a:xfrm>
            <a:off x="6784254" y="4829228"/>
            <a:ext cx="1406232" cy="6887287"/>
          </a:xfrm>
          <a:prstGeom prst="rect">
            <a:avLst/>
          </a:prstGeom>
          <a:solidFill>
            <a:srgbClr val="084887"/>
          </a:solidFill>
          <a:ln>
            <a:solidFill>
              <a:srgbClr val="0848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endParaRPr lang="en-US" sz="800" baseline="-250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E60C99-F022-D395-BC83-43C3302C838B}"/>
              </a:ext>
            </a:extLst>
          </p:cNvPr>
          <p:cNvSpPr txBox="1"/>
          <p:nvPr/>
        </p:nvSpPr>
        <p:spPr>
          <a:xfrm>
            <a:off x="6863204" y="7001103"/>
            <a:ext cx="91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600k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063612-48C5-BC8F-EB6A-2317EBD7DB5E}"/>
              </a:ext>
            </a:extLst>
          </p:cNvPr>
          <p:cNvSpPr txBox="1"/>
          <p:nvPr/>
        </p:nvSpPr>
        <p:spPr>
          <a:xfrm>
            <a:off x="6897979" y="7718807"/>
            <a:ext cx="91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500k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D8617-85AA-F4D7-B359-7315382801AB}"/>
              </a:ext>
            </a:extLst>
          </p:cNvPr>
          <p:cNvSpPr txBox="1"/>
          <p:nvPr/>
        </p:nvSpPr>
        <p:spPr>
          <a:xfrm>
            <a:off x="6888690" y="8382002"/>
            <a:ext cx="91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400k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A2E5A7-EE52-A4E0-11E8-B60B5211C9A2}"/>
              </a:ext>
            </a:extLst>
          </p:cNvPr>
          <p:cNvSpPr txBox="1"/>
          <p:nvPr/>
        </p:nvSpPr>
        <p:spPr>
          <a:xfrm>
            <a:off x="6896031" y="9098191"/>
            <a:ext cx="91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300k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9B654C-A294-0FE3-DE98-CF2A1F4AE7BB}"/>
              </a:ext>
            </a:extLst>
          </p:cNvPr>
          <p:cNvSpPr txBox="1"/>
          <p:nvPr/>
        </p:nvSpPr>
        <p:spPr>
          <a:xfrm>
            <a:off x="6896031" y="9740151"/>
            <a:ext cx="91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200k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E4CA61-F3D6-B2C3-023F-ABD585F60A9C}"/>
              </a:ext>
            </a:extLst>
          </p:cNvPr>
          <p:cNvSpPr/>
          <p:nvPr/>
        </p:nvSpPr>
        <p:spPr>
          <a:xfrm>
            <a:off x="6336827" y="6269665"/>
            <a:ext cx="1406232" cy="374178"/>
          </a:xfrm>
          <a:prstGeom prst="rect">
            <a:avLst/>
          </a:prstGeom>
          <a:solidFill>
            <a:srgbClr val="084887"/>
          </a:solidFill>
          <a:ln>
            <a:solidFill>
              <a:srgbClr val="0848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endParaRPr lang="en-US" sz="800" baseline="-250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880D83-0940-042D-FBF4-48A80EB9FB37}"/>
              </a:ext>
            </a:extLst>
          </p:cNvPr>
          <p:cNvSpPr txBox="1"/>
          <p:nvPr/>
        </p:nvSpPr>
        <p:spPr>
          <a:xfrm>
            <a:off x="5849316" y="6236775"/>
            <a:ext cx="2035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Average Price (USD)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37B1D48-E6FC-A270-2DE9-31AFDD8612B3}"/>
              </a:ext>
            </a:extLst>
          </p:cNvPr>
          <p:cNvSpPr txBox="1"/>
          <p:nvPr/>
        </p:nvSpPr>
        <p:spPr>
          <a:xfrm>
            <a:off x="2482257" y="13962995"/>
            <a:ext cx="150343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58A07"/>
                </a:solidFill>
              </a:rPr>
              <a:t>Moderate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33B2D3C-0A41-7B20-B18F-6FAD028EB0A9}"/>
              </a:ext>
            </a:extLst>
          </p:cNvPr>
          <p:cNvSpPr txBox="1"/>
          <p:nvPr/>
        </p:nvSpPr>
        <p:spPr>
          <a:xfrm>
            <a:off x="355144" y="13967608"/>
            <a:ext cx="16692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58A07"/>
                </a:solidFill>
              </a:rPr>
              <a:t>Affordable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25D5744-0AE9-F773-13DB-B0132F8BD69C}"/>
              </a:ext>
            </a:extLst>
          </p:cNvPr>
          <p:cNvSpPr txBox="1"/>
          <p:nvPr/>
        </p:nvSpPr>
        <p:spPr>
          <a:xfrm>
            <a:off x="6440894" y="13967608"/>
            <a:ext cx="115007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58A07"/>
                </a:solidFill>
              </a:rPr>
              <a:t>Luxury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0B9863D-9049-2F47-2830-D875FB00A290}"/>
              </a:ext>
            </a:extLst>
          </p:cNvPr>
          <p:cNvSpPr txBox="1"/>
          <p:nvPr/>
        </p:nvSpPr>
        <p:spPr>
          <a:xfrm>
            <a:off x="4543178" y="13967608"/>
            <a:ext cx="154280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58A07"/>
                </a:solidFill>
              </a:rPr>
              <a:t>Expensive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07F085D-51A6-91ED-F43C-5C6A6FB4259F}"/>
              </a:ext>
            </a:extLst>
          </p:cNvPr>
          <p:cNvCxnSpPr>
            <a:cxnSpLocks/>
          </p:cNvCxnSpPr>
          <p:nvPr/>
        </p:nvCxnSpPr>
        <p:spPr>
          <a:xfrm>
            <a:off x="355144" y="13434632"/>
            <a:ext cx="7529473" cy="0"/>
          </a:xfrm>
          <a:prstGeom prst="line">
            <a:avLst/>
          </a:prstGeom>
          <a:ln>
            <a:solidFill>
              <a:srgbClr val="8C1C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3566F7F-5C98-F8E8-8125-9FE9F0CA9CA4}"/>
              </a:ext>
            </a:extLst>
          </p:cNvPr>
          <p:cNvCxnSpPr>
            <a:cxnSpLocks/>
          </p:cNvCxnSpPr>
          <p:nvPr/>
        </p:nvCxnSpPr>
        <p:spPr>
          <a:xfrm>
            <a:off x="2127348" y="13345646"/>
            <a:ext cx="0" cy="991294"/>
          </a:xfrm>
          <a:prstGeom prst="line">
            <a:avLst/>
          </a:prstGeom>
          <a:ln>
            <a:solidFill>
              <a:srgbClr val="E6E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98A0D7F-DEBD-3A7B-A67C-1604985B77C6}"/>
              </a:ext>
            </a:extLst>
          </p:cNvPr>
          <p:cNvCxnSpPr>
            <a:cxnSpLocks/>
          </p:cNvCxnSpPr>
          <p:nvPr/>
        </p:nvCxnSpPr>
        <p:spPr>
          <a:xfrm>
            <a:off x="4292993" y="13351870"/>
            <a:ext cx="0" cy="991294"/>
          </a:xfrm>
          <a:prstGeom prst="line">
            <a:avLst/>
          </a:prstGeom>
          <a:ln>
            <a:solidFill>
              <a:srgbClr val="E6E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150857E-F1AD-27CA-F851-FC5CED0CFB77}"/>
              </a:ext>
            </a:extLst>
          </p:cNvPr>
          <p:cNvCxnSpPr>
            <a:cxnSpLocks/>
          </p:cNvCxnSpPr>
          <p:nvPr/>
        </p:nvCxnSpPr>
        <p:spPr>
          <a:xfrm>
            <a:off x="6139798" y="13345646"/>
            <a:ext cx="0" cy="991294"/>
          </a:xfrm>
          <a:prstGeom prst="line">
            <a:avLst/>
          </a:prstGeom>
          <a:ln>
            <a:solidFill>
              <a:srgbClr val="E6E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49DFA0F3-9510-132E-E043-1341DFAC3D0F}"/>
              </a:ext>
            </a:extLst>
          </p:cNvPr>
          <p:cNvSpPr txBox="1"/>
          <p:nvPr/>
        </p:nvSpPr>
        <p:spPr>
          <a:xfrm>
            <a:off x="1470699" y="12931821"/>
            <a:ext cx="13132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$ 300,000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7DFB94E-A784-F144-158E-8720718B48F4}"/>
              </a:ext>
            </a:extLst>
          </p:cNvPr>
          <p:cNvSpPr txBox="1"/>
          <p:nvPr/>
        </p:nvSpPr>
        <p:spPr>
          <a:xfrm>
            <a:off x="3630705" y="12932795"/>
            <a:ext cx="13132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$ 600,000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4E5D8E9-8CB4-9447-5C9C-02E019982411}"/>
              </a:ext>
            </a:extLst>
          </p:cNvPr>
          <p:cNvSpPr txBox="1"/>
          <p:nvPr/>
        </p:nvSpPr>
        <p:spPr>
          <a:xfrm>
            <a:off x="5639776" y="12931821"/>
            <a:ext cx="16767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$ 1,000,000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DFFE2F-8A8F-DA79-5969-DFE27AA744A6}"/>
              </a:ext>
            </a:extLst>
          </p:cNvPr>
          <p:cNvSpPr txBox="1"/>
          <p:nvPr/>
        </p:nvSpPr>
        <p:spPr>
          <a:xfrm>
            <a:off x="3158156" y="11684762"/>
            <a:ext cx="2691160" cy="639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3555" dirty="0">
                <a:solidFill>
                  <a:schemeClr val="bg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Price Range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BDF1EB8-09A8-4952-7F28-5E7C14DF5FAF}"/>
              </a:ext>
            </a:extLst>
          </p:cNvPr>
          <p:cNvSpPr txBox="1"/>
          <p:nvPr/>
        </p:nvSpPr>
        <p:spPr>
          <a:xfrm>
            <a:off x="2851990" y="5775507"/>
            <a:ext cx="4105475" cy="639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3555" dirty="0">
                <a:solidFill>
                  <a:schemeClr val="bg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Price Per Sate</a:t>
            </a:r>
          </a:p>
        </p:txBody>
      </p:sp>
      <p:pic>
        <p:nvPicPr>
          <p:cNvPr id="122" name="Picture 121" descr="A graph of a house price&#10;&#10;AI-generated content may be incorrect.">
            <a:extLst>
              <a:ext uri="{FF2B5EF4-FFF2-40B4-BE49-F238E27FC236}">
                <a16:creationId xmlns:a16="http://schemas.microsoft.com/office/drawing/2014/main" id="{B4E7FF94-1F34-7E04-899B-5D04F88DB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746" y="1457575"/>
            <a:ext cx="9029367" cy="677202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118BB57C-3674-4314-C709-0FF6BC927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765" y="9855200"/>
            <a:ext cx="9558612" cy="5460194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0867A0AB-ECB0-0A71-8166-86D150C06064}"/>
              </a:ext>
            </a:extLst>
          </p:cNvPr>
          <p:cNvSpPr txBox="1"/>
          <p:nvPr/>
        </p:nvSpPr>
        <p:spPr>
          <a:xfrm>
            <a:off x="9582765" y="8963154"/>
            <a:ext cx="4887185" cy="639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3555" dirty="0">
                <a:solidFill>
                  <a:prstClr val="black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Prediction Improvement</a:t>
            </a:r>
          </a:p>
        </p:txBody>
      </p:sp>
    </p:spTree>
    <p:extLst>
      <p:ext uri="{BB962C8B-B14F-4D97-AF65-F5344CB8AC3E}">
        <p14:creationId xmlns:p14="http://schemas.microsoft.com/office/powerpoint/2010/main" val="29950848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ed7a74-ed82-44e2-8568-80a9bce61ca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AD3C6E6211AE4682373817AC56E231" ma:contentTypeVersion="5" ma:contentTypeDescription="Create a new document." ma:contentTypeScope="" ma:versionID="f968ebb7d937df8be9d3552f263901f6">
  <xsd:schema xmlns:xsd="http://www.w3.org/2001/XMLSchema" xmlns:xs="http://www.w3.org/2001/XMLSchema" xmlns:p="http://schemas.microsoft.com/office/2006/metadata/properties" xmlns:ns3="70ed7a74-ed82-44e2-8568-80a9bce61ca4" targetNamespace="http://schemas.microsoft.com/office/2006/metadata/properties" ma:root="true" ma:fieldsID="3bfb2c5a5e0b61146933dfc5d386378e" ns3:_="">
    <xsd:import namespace="70ed7a74-ed82-44e2-8568-80a9bce61ca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d7a74-ed82-44e2-8568-80a9bce61c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450C57-2086-4451-B91D-2441B6A396DD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70ed7a74-ed82-44e2-8568-80a9bce61ca4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8044EC6-389F-48D9-967E-5C47B5C7CF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4F491E-1ADF-40C7-B1A3-B86B7BDF0B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d7a74-ed82-44e2-8568-80a9bce61c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</TotalTime>
  <Words>44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Segoe UI Black</vt:lpstr>
      <vt:lpstr>Segoe UI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Cobb27</dc:creator>
  <cp:lastModifiedBy>Samuel Cobb27</cp:lastModifiedBy>
  <cp:revision>2</cp:revision>
  <dcterms:created xsi:type="dcterms:W3CDTF">2025-03-24T03:59:31Z</dcterms:created>
  <dcterms:modified xsi:type="dcterms:W3CDTF">2025-05-05T14:17:46Z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0x0101005BAD3C6E6211AE4682373817AC56E231</vt:lpwstr>
  </property>
</Properties>
</file>